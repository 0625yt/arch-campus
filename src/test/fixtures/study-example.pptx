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</p:presentation>
</file>

<file path=ppt/_rels/presentation.xml.rels><?xml version="1.0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자료구조: 스택과 큐</a:t>
            </a:r>
          </a:p>
          <a:p>
            <a:r>
              <a:t>스택은 후입선출, 큐는 선입선출 방식이다.</a:t>
            </a:r>
          </a:p>
        </p:txBody>
      </p:sp>
    </p:spTree>
  </p:cSld>
</p:sld>
</file>