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자료구조: 스택과 큐</a:t>
            </a:r>
          </a:p>
          <a:p>
            <a:r>
              <a:t>스택은 후입선출, 큐는 선입선출 방식이다.</a:t>
            </a:r>
          </a:p>
          <a:p>
            <a:r>
              <a:t>스택은 가장 나중에 저장한 원소를 먼저 꺼내는 후입선출 구조이다. 삽입은 push, 삭제는 pop이며 두 연산은 같은 끝인 top에서 수행한다.</a:t>
            </a:r>
          </a:p>
          <a:p>
            <a:r>
              <a:t>스택에 A, B, C를 순서대로 push하면 pop 결과는 C, B, A 순서이다. peek은 top의 값을 확인하되 원소를 제거하지 않는다.</a:t>
            </a:r>
          </a:p>
          <a:p>
            <a:r>
              <a:t>큐는 가장 먼저 저장한 원소를 먼저 꺼내는 선입선출 구조이다. 뒤인 rear에서 enqueue하고 앞인 front에서 dequeue한다.</a:t>
            </a:r>
          </a:p>
          <a:p>
            <a:r>
              <a:t>큐에 A, B, C를 순서대로 enqueue하면 dequeue 결과는 A, B, C 순서이다. front와 rear는 각각 삭제 위치와 삽입 위치를 나타낸다.</a:t>
            </a:r>
          </a:p>
          <a:p>
            <a:r>
              <a:t>연결 리스트 기반 스택의 push와 pop은 top만 갱신하므로 각각 O(1) 시간이다. 빈 스택에서 pop을 시도하면 underflow가 발생한다.</a:t>
            </a:r>
          </a:p>
          <a:p>
            <a:r>
              <a:t>배열 기반 스택은 저장 용량이 고정되어 있으면 가득 찼을 때 push를 할 수 없다. 이 상황을 overflow라고 한다. 동적 배열의 재할당은 추가 비용을 만들 수 있다.</a:t>
            </a:r>
          </a:p>
          <a:p>
            <a:r>
              <a:t>연결 리스트 기반 큐는 front와 rear를 모두 유지하면 enqueue와 dequeue를 각각 O(1)에 처리할 수 있다. 비어 있는 큐에서 dequeue하면 underflow이다.</a:t>
            </a:r>
          </a:p>
          <a:p>
            <a:r>
              <a:t>단순 배열 큐는 삭제된 앞 공간을 다시 사용하기 어렵다. 원형 큐는 인덱스를 배열 길이로 나눈 나머지로 이동해 빈 앞 공간을 재사용한다.</a:t>
            </a:r>
          </a:p>
          <a:p>
            <a:r>
              <a:t>스택의 대표 활용은 함수 호출과 재귀의 실행 상태 관리, 괄호 짝 검사, 편집기의 되돌리기이다. 큐의 대표 활용은 인쇄 작업의 도착 순서 처리와 너비 우선 탐색이다.</a:t>
            </a:r>
          </a:p>
          <a:p>
            <a:r>
              <a:t>깊이 우선 탐색은 스택 또는 재귀 호출로 구현할 수 있다. 너비 우선 탐색은 가까운 정점을 먼저 처리하기 위해 큐를 사용한다.</a:t>
            </a:r>
          </a:p>
          <a:p>
            <a:r>
              <a:t>우선순위 큐는 도착 순서 대신 우선순위가 높은 원소를 먼저 처리하므로 일반적인 선입선출 큐와 구분해야 한다.</a:t>
            </a:r>
          </a:p>
          <a:p>
            <a:r>
              <a:t>비교할 때 저장 순서, 꺼내는 순서, 연산 이름, 삽입과 삭제 위치, 대표 활용, 빈 상태의 오류를 각각 확인한다. 마지막 확인: 스택과 큐의 순서 규칙은 서로 다르다.</a:t>
            </a:r>
          </a:p>
        </p:txBody>
      </p:sp>
    </p:spTree>
  </p:cSld>
</p:sld>
</file>